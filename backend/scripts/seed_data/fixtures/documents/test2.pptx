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PPTX Document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PPTX file 2 for seed data.</a:t>
            </a:r>
          </a:p>
          <a:p>
            <a:r>
              <a:t>Second line of content.</a:t>
            </a:r>
          </a:p>
          <a:p>
            <a:r>
              <a:t>Third line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